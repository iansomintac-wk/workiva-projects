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FY26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10.6% vs Q2 FY26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3 Emissions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FY2025 vs FY2024 by category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FY2027 guidance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